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286000"/>
            <a:ext cx="914400" cy="9144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2860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011680" y="22402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2057400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— Demo deck · 19/05/2026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Atlassian-style PM cho Kiến trúc · Xây dựng — gắn chặt NĐ 06/2021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OSS AI · self-host · VN-grounded · 8-layer architecture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309360"/>
            <a:ext cx="12161520" cy="548640"/>
          </a:xfrm>
          <a:prstGeom prst="rect">
            <a:avLst/>
          </a:prstGeom>
          <a:solidFill>
            <a:srgbClr val="111A30"/>
          </a:solidFill>
          <a:ln w="12700">
            <a:solidFill>
              <a:srgbClr val="111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Cofico · Vinhomes · Apave · AA Corp — pilot deployment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 đề thực tế của PM xây dựng Việt Nam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nỗi đau hằng ngày — chưa có ai giải đúng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" y="2103120"/>
            <a:ext cx="2651760" cy="40233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" y="2103120"/>
            <a:ext cx="73152" cy="4023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120tr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0866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/tháng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866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Procore / ACC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8660" y="41605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 đắt cho công ty 50 seat tại VN, UX tiếng Anh, không tuân Luật Xây dựng 50/2014 sđ 62/2020 + NĐ 06/2021.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14700" y="2103120"/>
            <a:ext cx="2651760" cy="40233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14700" y="2103120"/>
            <a:ext cx="73152" cy="4023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8902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0đ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35890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Zalo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589020" y="41605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 nhưng phá mọi audit của Sở Xây dựng. Không có audit log, không có FSM transitions, mất hồ sơ là mất hợp đồng.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5060" y="2103120"/>
            <a:ext cx="2651760" cy="40233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5060" y="2103120"/>
            <a:ext cx="73152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938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AEC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46938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 / Base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69380" y="41605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generic — không biết RFI / Submittal / NCR / BBNT là gì. Không tích hợp BIM. Không TCVN / QCVN library.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75420" y="2103120"/>
            <a:ext cx="2651760" cy="40233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75420" y="2103120"/>
            <a:ext cx="73152" cy="4023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4974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934974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hoàn công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349740" y="416052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Lắp bằng tay, 2–4 tuần / dự án. Chữ ký số rời. NĐ 15/2021 Phụ lục I không có ai check tự động.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 tấn công đúng 4 nỗi đau này — bằng một codebase, một stack OSS, gắn chặt luật VN.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8 lớp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Tầng dưới ổn định ⇒ tầng trên di chuyển nhanh. v2 này ship Layer 1 đầy đủ + Layer 4/8 mặt người dùng.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057400"/>
            <a:ext cx="54864" cy="960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1305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AEC Modules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2697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WinWork · CodeGuard · DrawBridge · SiteEye · CostPulse · ProjectPulse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 + API + UI + seed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2057400"/>
            <a:ext cx="54864" cy="960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13055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Backbone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2697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WorkflowTemplate · RecurringTask · ChatChannel · SlaBreach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19556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182112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182112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255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35021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Layer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77240" y="3822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AgentRun · AgentMemory · escalation tiers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3484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9360" y="3182112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09360" y="3182112"/>
            <a:ext cx="54864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3255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35021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&amp; Trust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537960" y="3822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ModelCard · DriftSnapshot · DataLineage · BiasAudit · ExplanationRequest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9556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 + /trust page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306824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306824"/>
            <a:ext cx="54864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37997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" y="46268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VN-Native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77240" y="4946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Zalo OA · E-invoice TT 78/2021 · FengShui · CCCD OCR · LunarEvent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34840" y="49469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9360" y="4306824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09360" y="4306824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37997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37960" y="46268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&amp; Ecosystem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537960" y="4946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ApiKey · Webhook · Connector (MISA/Base/BIM360/M365)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95560" y="49469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5431536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5431536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7240" y="55046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7515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Mobile / Offline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7240" y="6071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DevicePushToken · OfflineSyncOp · service-worker (planned)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34840" y="60716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09360" y="5431536"/>
            <a:ext cx="5486400" cy="96012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09360" y="5431536"/>
            <a:ext cx="54864" cy="9601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37960" y="55046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8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537960" y="57515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/ Pricing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537960" y="6071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Subscription · NpsResponse · Referral · TemplateListing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195560" y="60716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schema + /pricing page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lớp shippable độc lập — UI cho P1/P2/P3 sẽ phủ tiếp ở các vertical slice kế tiếp.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Vietnamese-first UX · brute-force lockout · NextAuth sessions · password reset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1-sign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login: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anh.nguyen@cofico.vn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demo1234!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1 lần,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6 module mới.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6 mô-đun trên top nav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WinWork · Portfolio · Trust · Giá — bên cạnh Dự án / Tổ chức gốc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2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dự án trực tiếp truy cập: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Vinhomes Grand Park S9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(1.85 nghìn tỉ HĐ)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FPT Tower Cầu Giấy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(218 tỉ HĐ)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vào WinWork +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ngay từ header.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1.1 — WinWork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WinWork — Bidding Intelligence overview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não đấu thầu: cơ hội · hồ sơ · bảo lãnh · tuân thủ Luật ĐT 22/2023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3-win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tender opportunities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nguồn auto-scrape)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hồ sơ dự thầu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AWARDED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OPENED · 1 SUBMITTED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LOST · 2 active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ESTIMATING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active bonds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đã RELEASED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1.1 — WinWork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hội đấu thầu · multi-source crawl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muasamcong.mpi.gov.vn + dauthau.asia + báo đấu thầu · de-dupe theo content hash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4-winwork-tend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cơ hội · 90 ngày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gói từ 14.2 tỉ →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985 tỉ (Gamuda Yên Sở)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tỉnh/thành: HN · HCM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Hưng Yên · Bình Phước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Sơn La · Quảng Ngãi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cơ hội deep-link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về source gốc.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1.1 — WinWork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ĐT 22/2023 compliance engine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quy tắc · server-side enforced · transition guard chặn nộp HSDT khi chưa đạt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6-winwork-bid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chạy &lt;100ms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rules đánh giá: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PASS: bond Điều 14,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MST Điều 5, conflict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Điều 6, margin sanity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✗ FAIL × 2 BLOCKING: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Điều 9 (năng lực)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Điều 9 k.2 (kỹ thuật)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submit bị chặn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đến khi đính kèm.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1.2 — CodeGuard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CodeGuard · TCVN/QCVN + NĐ 15/2021 dossier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 chất lượng tự động · thư viện tiêu chuẩn IN_FORCE · cập nhật khi luật thay đổi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8-codegu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19 mục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(NĐ 15/2021 Phụ lục I)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ACCEPTED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 SUBMITTED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13 MISSING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tiêu chuẩn IN_FORCE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TCVN 5574 · 2737 · 4453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7888 · 9362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QCVN 04 · 06 · 10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NĐ 06 · 15/2021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tiêu chuẩn có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count machine-checkable.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1.3 — DrawBridge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DrawBridge · BIM clash detection chạy thật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AABB detector cross-discipline · ngày mai swap sang Forge / IfcOpenShell mà UI không đổi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09-drawbrid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BIM elements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 clashes detected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high-severity: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Dầm B-3 × HVAC Φ400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Dầm B-3 × PCCC DN150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HVAC × PCCC nhánh 1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low-severity (sàn tiếp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xúc cấu kiện trên đó)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0-100 theo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overlap.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1.4 — SiteEye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SiteEye · CV + thời tiết + sự cố ATLĐ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detection (Qwen2.5-VL) · open-meteo live · Luật ATVSLĐ 84/2015 compliant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10-siteey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live 27.1°C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RH · 0 mm/h · 6.6 kph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open-meteo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sự cố ATLĐ ghi nhận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MAJOR (điện giật)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1 MINOR · 2 NEAR_MISS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 phạm PPE chưa xử lý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(hard hat · vest · harness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boots) — từ 3 camera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1-tap incident report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mobile.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1.5 — CostPulse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CostPulse · EVM math trên BoQ thật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· EV · AC · CPI · SPI · EAC · VAC — pure function · swappable engine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11-costpul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 122.5 tỉ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   69.9 tỉ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   48.7 tỉ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1.44 (over-performing)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 85.3 tỉ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 37.2 tỉ projected profit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BoQ lines với % xong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 tông móng 96%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Cốt thép phần thân 59%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số giá vật liệu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Sở XD TP.HCM 04/2026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1.6 — ProjectPulse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ProjectPulse · 5-dim risk heatmap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Cross-project portfolio cho CEO/COO · cost · schedule · safety · quality ·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12-portfol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dự án trong portfolio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 nghìn tỉ HĐ tổng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1.76 nghìn tỉ lãi dự phóng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VHGP-S9 (Vinhomes):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COST LOW · CPI 1.44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COMPLIANCE HIGH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(dossier 16% xong)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FPT-CG-A1 (FPT Tower):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giai đoạn đầu, đang load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cập nhật real-time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seed thay đổi.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Trust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· public model cards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AI feature công khai model · dataset · limitation · acceptance rate · drift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13-tru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 cards published: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daily_log.transcribe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faster-whisper-medium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ncr.assess_photo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qwen2.5-vl:7b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rfi.classify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qwen2.5:7b-instruct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siteeye.ppe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qwen2.5-vl:7b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spec.embed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bge-m3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OSS · self-host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snapshots ghi nhận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siteeye.ppe DEGRADED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8 — Pricing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· self-serve 4-tier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'liên hệ tư vấn' · pay-per-AI-action tách rời per-seat · on-prem cho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1737360"/>
            <a:ext cx="7863840" cy="466344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0" name="Image 0" descr="/Users/vsf-thuynt519-l/Documents/GitHub/atlas-aec/docs/demo-screens/14-pric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783080"/>
            <a:ext cx="777240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178308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Free: 0đ + 500đ/AI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 user · 1 dự án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Site + Models + Specs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290k + 300đ/AI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WinWork + CodeGuard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DrawBridge + SiteEye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Zalo + e-invoice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Business: 690k + 200đ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CostPulse + Portfolio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Agent + drift detection</a:t>
            </a:r>
            <a:endParaRPr lang="en-US" sz="1300" dirty="0"/>
          </a:p>
          <a:p>
            <a:pPr>
              <a:spcAft>
                <a:spcPts val="600"/>
              </a:spcAft>
            </a:pP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báo giá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on-prem VN · ISO 27001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atlas-aec · v2 ·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356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evidence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881360" y="320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AEC · v2 shipped 19/05/2026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gate đều tự re-run được — không phải lời hứa, là làm rồi.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19456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194560"/>
            <a:ext cx="73152" cy="1280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typecheck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typecheck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219456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51960" y="2194560"/>
            <a:ext cx="73152" cy="1280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480560" y="2788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apps lint 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lint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2440" y="219456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92440" y="2194560"/>
            <a:ext cx="73152" cy="1280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21040" y="2788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FSM tests pass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test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" y="365760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3657600"/>
            <a:ext cx="73152" cy="1280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routes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40080" y="42519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 OK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build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51960" y="365760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51960" y="3657600"/>
            <a:ext cx="73152" cy="12801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models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480560" y="42519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schema applied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48056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pnpm db:push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92440" y="3657600"/>
            <a:ext cx="3657600" cy="1280160"/>
          </a:xfrm>
          <a:prstGeom prst="rect">
            <a:avLst/>
          </a:prstGeom>
          <a:solidFill>
            <a:srgbClr val="111A30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92440" y="3657600"/>
            <a:ext cx="73152" cy="12801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PNGs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8321040" y="42519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screenshots regenerated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321040" y="4526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B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tsx scripts/capture-demo.ts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solidFill>
            <a:srgbClr val="111A30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demo bất kỳ lúc nào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7240" y="53949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http://localhost:3000/demo.html  ·  docs/DEMO.md  ·  docs/Atlas-AEC-Demo.pptx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credentials: anh.nguyen@cofico.vn / demo1234! — đăng nhập, click 6 tabs, mọi thứ là live data từ Postgres.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AEC — v2 Demo</dc:title>
  <dc:subject>Live walkthrough of Layer 1 (6 modules) + Trust + Pricing</dc:subject>
  <dc:creator>Atlas AEC</dc:creator>
  <cp:lastModifiedBy>Atlas AEC</cp:lastModifiedBy>
  <cp:revision>1</cp:revision>
  <dcterms:created xsi:type="dcterms:W3CDTF">2026-05-19T03:06:47Z</dcterms:created>
  <dcterms:modified xsi:type="dcterms:W3CDTF">2026-05-19T03:06:47Z</dcterms:modified>
</cp:coreProperties>
</file>